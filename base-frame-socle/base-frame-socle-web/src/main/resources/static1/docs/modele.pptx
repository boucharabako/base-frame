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5"/>
  </p:notesMasterIdLst>
  <p:sldIdLst>
    <p:sldId id="276" r:id="rId2"/>
    <p:sldId id="274" r:id="rId3"/>
    <p:sldId id="278" r:id="rId4"/>
  </p:sldIdLst>
  <p:sldSz cx="9144000" cy="6858000" type="screen4x3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883" autoAdjust="0"/>
    <p:restoredTop sz="94660"/>
  </p:normalViewPr>
  <p:slideViewPr>
    <p:cSldViewPr snapToGrid="0">
      <p:cViewPr varScale="1">
        <p:scale>
          <a:sx n="54" d="100"/>
          <a:sy n="54" d="100"/>
        </p:scale>
        <p:origin x="-1138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3D17D774-5483-4CF9-9678-73DFEE0E8525}" type="datetimeFigureOut">
              <a:rPr lang="fr-FR" smtClean="0"/>
              <a:pPr/>
              <a:t>24/07/2017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931" y="4925408"/>
            <a:ext cx="5679440" cy="4029879"/>
          </a:xfrm>
          <a:prstGeom prst="rect">
            <a:avLst/>
          </a:prstGeom>
        </p:spPr>
        <p:txBody>
          <a:bodyPr vert="horz" lIns="94759" tIns="47380" rIns="94759" bIns="4738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3507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3507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418E5BD5-47F1-44B5-B293-91752DA0C11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592357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49D7F93-6F51-4A51-9D4C-9E00AF8EB48F}" type="slidenum">
              <a:rPr/>
              <a:pPr lvl="0"/>
              <a:t>1</a:t>
            </a:fld>
            <a:endParaRPr lang="x-none"/>
          </a:p>
        </p:txBody>
      </p:sp>
      <p:sp>
        <p:nvSpPr>
          <p:cNvPr id="2" name="Espace réservé de l'image des diapositives 1"/>
          <p:cNvSpPr>
            <a:spLocks noGrp="1" noRot="1" noChangeAspect="1" noResize="1"/>
          </p:cNvSpPr>
          <p:nvPr>
            <p:ph type="sldImg"/>
          </p:nvPr>
        </p:nvSpPr>
        <p:spPr>
          <a:xfrm>
            <a:off x="811213" y="869950"/>
            <a:ext cx="5726112" cy="429418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commentaires 2"/>
          <p:cNvSpPr txBox="1">
            <a:spLocks noGrp="1"/>
          </p:cNvSpPr>
          <p:nvPr>
            <p:ph type="body" sz="quarter" idx="1"/>
          </p:nvPr>
        </p:nvSpPr>
        <p:spPr>
          <a:xfrm>
            <a:off x="734942" y="5441173"/>
            <a:ext cx="5879175" cy="285547"/>
          </a:xfrm>
        </p:spPr>
        <p:txBody>
          <a:bodyPr>
            <a:spAutoFit/>
          </a:bodyPr>
          <a:lstStyle/>
          <a:p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2395789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49D7F93-6F51-4A51-9D4C-9E00AF8EB48F}" type="slidenum">
              <a:rPr/>
              <a:pPr lvl="0"/>
              <a:t>3</a:t>
            </a:fld>
            <a:endParaRPr lang="x-none"/>
          </a:p>
        </p:txBody>
      </p:sp>
      <p:sp>
        <p:nvSpPr>
          <p:cNvPr id="2" name="Espace réservé de l'image des diapositives 1"/>
          <p:cNvSpPr>
            <a:spLocks noGrp="1" noRot="1" noChangeAspect="1" noResize="1"/>
          </p:cNvSpPr>
          <p:nvPr>
            <p:ph type="sldImg"/>
          </p:nvPr>
        </p:nvSpPr>
        <p:spPr>
          <a:xfrm>
            <a:off x="811213" y="869950"/>
            <a:ext cx="5726112" cy="429418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commentaires 2"/>
          <p:cNvSpPr txBox="1">
            <a:spLocks noGrp="1"/>
          </p:cNvSpPr>
          <p:nvPr>
            <p:ph type="body" sz="quarter" idx="1"/>
          </p:nvPr>
        </p:nvSpPr>
        <p:spPr>
          <a:xfrm>
            <a:off x="734942" y="5441173"/>
            <a:ext cx="5879175" cy="285547"/>
          </a:xfrm>
        </p:spPr>
        <p:txBody>
          <a:bodyPr>
            <a:spAutoFit/>
          </a:bodyPr>
          <a:lstStyle/>
          <a:p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4045583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FDE5-7E51-4080-9AD6-3C2AD08DFE0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7/24/2017</a:t>
            </a:fld>
            <a:endParaRPr lang="x-none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>
                    <a:tint val="75000"/>
                  </a:prstClr>
                </a:solidFill>
              </a:rPr>
              <a:t>© NGS 2016</a:t>
            </a:r>
            <a:endParaRPr lang="x-none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6BEB5-19AC-4CD1-A3C2-5F8FC609F75A}" type="slidenum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48721640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2564-F3D6-4137-B4C6-45BD2FCFFE5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>
                    <a:tint val="75000"/>
                  </a:prstClr>
                </a:solidFill>
              </a:rPr>
              <a:t>© NGS 2016</a:t>
            </a:r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98643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FDE5-7E51-4080-9AD6-3C2AD08DFE0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7/24/2017</a:t>
            </a:fld>
            <a:endParaRPr lang="x-none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>
                    <a:tint val="75000"/>
                  </a:prstClr>
                </a:solidFill>
              </a:rPr>
              <a:t>© NGS 2016</a:t>
            </a:r>
            <a:endParaRPr lang="x-none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6BEB5-19AC-4CD1-A3C2-5F8FC609F75A}" type="slidenum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94257222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3000-4467-4902-AB3B-E685B6A18AF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>
                    <a:tint val="75000"/>
                  </a:prstClr>
                </a:solidFill>
              </a:rPr>
              <a:t>© NGS 2016</a:t>
            </a:r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0486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A4F9D-28E8-4A3F-8DBA-BD9DE06A850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>
                    <a:tint val="75000"/>
                  </a:prstClr>
                </a:solidFill>
              </a:rPr>
              <a:t>© NGS 2016</a:t>
            </a:r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76201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7097-4CDA-4A62-9E02-8E074E16319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>
                    <a:tint val="75000"/>
                  </a:prstClr>
                </a:solidFill>
              </a:rPr>
              <a:t>© NGS 2016</a:t>
            </a:r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03144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C25DA-6C48-417C-86A1-1E6EE39C121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7/24/2017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>
                    <a:tint val="75000"/>
                  </a:prstClr>
                </a:solidFill>
              </a:rPr>
              <a:t>© NGS 2016</a:t>
            </a:r>
            <a:endParaRPr lang="x-none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2940-24EB-40DF-8B5E-ECF6415358F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553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D2C07-BAF8-48DF-BF41-D2045D320CF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>
                    <a:tint val="75000"/>
                  </a:prstClr>
                </a:solidFill>
              </a:rPr>
              <a:t>© NGS 2016</a:t>
            </a:r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32920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8E89-5333-4CDF-B7E0-8108BB6B217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>
                    <a:tint val="75000"/>
                  </a:prstClr>
                </a:solidFill>
              </a:rPr>
              <a:t>© NGS 2016</a:t>
            </a:r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31176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1DC19-3CAF-40F0-AF69-BDC74D9D454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>
                    <a:tint val="75000"/>
                  </a:prstClr>
                </a:solidFill>
              </a:rPr>
              <a:t>© NGS 2016</a:t>
            </a:r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88539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BFE23-6991-41A7-8E39-B7250B898A1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>
                    <a:tint val="75000"/>
                  </a:prstClr>
                </a:solidFill>
              </a:rPr>
              <a:t>© NGS 2016</a:t>
            </a:r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1495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/>
          <p:cNvSpPr>
            <a:spLocks noGrp="1"/>
          </p:cNvSpPr>
          <p:nvPr>
            <p:ph type="pic" sz="quarter" idx="12"/>
          </p:nvPr>
        </p:nvSpPr>
        <p:spPr>
          <a:xfrm>
            <a:off x="1" y="1"/>
            <a:ext cx="9144000" cy="2139351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465923" y="3831486"/>
            <a:ext cx="8212155" cy="22990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266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65923" y="2514262"/>
            <a:ext cx="8212155" cy="10914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33"/>
            </a:lvl1pPr>
            <a:lvl2pPr marL="342914" indent="0" algn="ctr">
              <a:buNone/>
              <a:defRPr sz="1500"/>
            </a:lvl2pPr>
            <a:lvl3pPr marL="685828" indent="0" algn="ctr">
              <a:buNone/>
              <a:defRPr sz="1350"/>
            </a:lvl3pPr>
            <a:lvl4pPr marL="1028741" indent="0" algn="ctr">
              <a:buNone/>
              <a:defRPr sz="1200"/>
            </a:lvl4pPr>
            <a:lvl5pPr marL="1371655" indent="0" algn="ctr">
              <a:buNone/>
              <a:defRPr sz="1200"/>
            </a:lvl5pPr>
            <a:lvl6pPr marL="1714568" indent="0" algn="ctr">
              <a:buNone/>
              <a:defRPr sz="1200"/>
            </a:lvl6pPr>
            <a:lvl7pPr marL="2057482" indent="0" algn="ctr">
              <a:buNone/>
              <a:defRPr sz="1200"/>
            </a:lvl7pPr>
            <a:lvl8pPr marL="2400395" indent="0" algn="ctr">
              <a:buNone/>
              <a:defRPr sz="1200"/>
            </a:lvl8pPr>
            <a:lvl9pPr marL="2743309" indent="0" algn="ctr">
              <a:buNone/>
              <a:defRPr sz="1200"/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75141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13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56272" y="6356351"/>
            <a:ext cx="1029778" cy="260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7FDE5-7E51-4080-9AD6-3C2AD08DFE0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7/24/2017</a:t>
            </a:fld>
            <a:endParaRPr lang="x-none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260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>
                <a:solidFill>
                  <a:prstClr val="black">
                    <a:tint val="75000"/>
                  </a:prstClr>
                </a:solidFill>
              </a:rPr>
              <a:t>© NGS 2016</a:t>
            </a:r>
            <a:endParaRPr lang="x-none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260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6BEB5-19AC-4CD1-A3C2-5F8FC609F75A}" type="slidenum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à coins arrondis 13"/>
          <p:cNvSpPr/>
          <p:nvPr userDrawn="1"/>
        </p:nvSpPr>
        <p:spPr>
          <a:xfrm>
            <a:off x="628498" y="1"/>
            <a:ext cx="7886852" cy="36449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Espace réservé du texte 2"/>
          <p:cNvSpPr>
            <a:spLocks noGrp="1"/>
          </p:cNvSpPr>
          <p:nvPr>
            <p:ph type="body" idx="1"/>
          </p:nvPr>
        </p:nvSpPr>
        <p:spPr>
          <a:xfrm>
            <a:off x="618639" y="1373460"/>
            <a:ext cx="7886700" cy="4687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68327" lvl="0" indent="-368327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fr-FR" dirty="0"/>
              <a:t>Modifiez les styles du texte du masque</a:t>
            </a:r>
          </a:p>
          <a:p>
            <a:pPr lvl="1">
              <a:buClr>
                <a:schemeClr val="tx2">
                  <a:lumMod val="60000"/>
                  <a:lumOff val="40000"/>
                </a:schemeClr>
              </a:buClr>
              <a:buFont typeface="Courier New" panose="02070309020205020404" pitchFamily="49" charset="0"/>
              <a:buChar char="o"/>
            </a:pPr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fr-FR" dirty="0"/>
              <a:t>Quatrième niveau</a:t>
            </a:r>
          </a:p>
          <a:p>
            <a:pPr lvl="4">
              <a:buFont typeface="Wingdings" panose="05000000000000000000" pitchFamily="2" charset="2"/>
              <a:buChar char="ü"/>
            </a:pPr>
            <a:r>
              <a:rPr lang="fr-FR" dirty="0"/>
              <a:t>Cinquième niveau</a:t>
            </a:r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513360" y="6356350"/>
            <a:ext cx="989400" cy="37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36851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Espace réservé pour une image  17"/>
          <p:cNvPicPr>
            <a:picLocks noGrp="1" noChangeAspect="1"/>
          </p:cNvPicPr>
          <p:nvPr>
            <p:ph type="pic" sz="quarter" idx="1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9189" b="29189"/>
          <a:stretch>
            <a:fillRect/>
          </a:stretch>
        </p:blipFill>
        <p:spPr/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3028950" y="5624514"/>
            <a:ext cx="3086100" cy="273844"/>
          </a:xfrm>
        </p:spPr>
        <p:txBody>
          <a:bodyPr/>
          <a:lstStyle/>
          <a:p>
            <a:pPr lvl="0" algn="r"/>
            <a:r>
              <a:rPr lang="en-US" sz="545" dirty="0"/>
              <a:t>version 1-0.0  (</a:t>
            </a:r>
            <a:r>
              <a:rPr lang="en-US" sz="545" dirty="0" err="1"/>
              <a:t>Valide</a:t>
            </a:r>
            <a:r>
              <a:rPr lang="en-US" sz="545" dirty="0"/>
              <a:t>)</a:t>
            </a:r>
          </a:p>
        </p:txBody>
      </p:sp>
      <p:sp>
        <p:nvSpPr>
          <p:cNvPr id="7" name="Titre 6"/>
          <p:cNvSpPr>
            <a:spLocks noGrp="1"/>
          </p:cNvSpPr>
          <p:nvPr>
            <p:ph type="ctrTitle"/>
          </p:nvPr>
        </p:nvSpPr>
        <p:spPr>
          <a:xfrm>
            <a:off x="465920" y="2670468"/>
            <a:ext cx="8212155" cy="1109538"/>
          </a:xfrm>
          <a:noFill/>
        </p:spPr>
        <p:txBody>
          <a:bodyPr/>
          <a:lstStyle/>
          <a:p>
            <a:pPr defTabSz="6858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950" b="1" kern="0" dirty="0">
                <a:solidFill>
                  <a:srgbClr val="F19D19"/>
                </a:solidFill>
              </a:rPr>
              <a:t>N</a:t>
            </a:r>
            <a:r>
              <a:rPr lang="en-US" sz="3300" b="1" kern="0" dirty="0">
                <a:solidFill>
                  <a:srgbClr val="1D6FA9"/>
                </a:solidFill>
              </a:rPr>
              <a:t>ext</a:t>
            </a:r>
            <a:r>
              <a:rPr lang="en-US" sz="4950" b="1" kern="0" dirty="0">
                <a:solidFill>
                  <a:srgbClr val="F19D19"/>
                </a:solidFill>
              </a:rPr>
              <a:t> G</a:t>
            </a:r>
            <a:r>
              <a:rPr lang="en-US" sz="3300" b="1" kern="0" dirty="0">
                <a:solidFill>
                  <a:srgbClr val="1D6FA9"/>
                </a:solidFill>
              </a:rPr>
              <a:t>eneration</a:t>
            </a:r>
            <a:r>
              <a:rPr lang="en-US" sz="4950" b="1" kern="0" dirty="0">
                <a:solidFill>
                  <a:srgbClr val="F19D19"/>
                </a:solidFill>
              </a:rPr>
              <a:t> </a:t>
            </a:r>
            <a:r>
              <a:rPr lang="en-US" sz="3300" b="1" kern="0" dirty="0">
                <a:solidFill>
                  <a:srgbClr val="1D6FA9"/>
                </a:solidFill>
              </a:rPr>
              <a:t> </a:t>
            </a:r>
            <a:r>
              <a:rPr lang="en-US" sz="4950" b="1" kern="0" dirty="0">
                <a:solidFill>
                  <a:srgbClr val="F19D19"/>
                </a:solidFill>
              </a:rPr>
              <a:t>S</a:t>
            </a:r>
            <a:r>
              <a:rPr lang="en-US" sz="3300" b="1" kern="0" dirty="0">
                <a:solidFill>
                  <a:srgbClr val="1D6FA9"/>
                </a:solidFill>
              </a:rPr>
              <a:t>ervices</a:t>
            </a:r>
            <a:endParaRPr lang="en-US" sz="2100" kern="0" dirty="0">
              <a:solidFill>
                <a:sysClr val="windowText" lastClr="000000"/>
              </a:solidFill>
            </a:endParaRPr>
          </a:p>
        </p:txBody>
      </p:sp>
      <p:sp>
        <p:nvSpPr>
          <p:cNvPr id="8" name="Sous-titre 7"/>
          <p:cNvSpPr>
            <a:spLocks noGrp="1"/>
          </p:cNvSpPr>
          <p:nvPr>
            <p:ph type="subTitle" idx="1"/>
          </p:nvPr>
        </p:nvSpPr>
        <p:spPr>
          <a:xfrm>
            <a:off x="465921" y="4426136"/>
            <a:ext cx="8212155" cy="1015655"/>
          </a:xfrm>
          <a:noFill/>
        </p:spPr>
        <p:txBody>
          <a:bodyPr anchor="ctr"/>
          <a:lstStyle/>
          <a:p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Présentation Générale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599773" y="3498260"/>
            <a:ext cx="1078302" cy="871268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6358950" y="3682725"/>
            <a:ext cx="11687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/>
              <a:t>Partenaire de</a:t>
            </a:r>
          </a:p>
        </p:txBody>
      </p:sp>
    </p:spTree>
    <p:extLst>
      <p:ext uri="{BB962C8B-B14F-4D97-AF65-F5344CB8AC3E}">
        <p14:creationId xmlns:p14="http://schemas.microsoft.com/office/powerpoint/2010/main" xmlns="" val="1390554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Qui sommes-nous?</a:t>
            </a:r>
            <a:endParaRPr lang="fr-FR" dirty="0"/>
          </a:p>
        </p:txBody>
      </p:sp>
      <p:sp>
        <p:nvSpPr>
          <p:cNvPr id="22" name="Espace réservé du contenu 21"/>
          <p:cNvSpPr>
            <a:spLocks noGrp="1"/>
          </p:cNvSpPr>
          <p:nvPr>
            <p:ph idx="1"/>
          </p:nvPr>
        </p:nvSpPr>
        <p:spPr>
          <a:xfrm>
            <a:off x="628650" y="1294228"/>
            <a:ext cx="7886700" cy="4882735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73D4-812A-4133-AFC1-E5FF2157C6A3}" type="datetime1">
              <a:rPr lang="en-US" smtClean="0"/>
              <a:pPr/>
              <a:t>7/24/2017</a:t>
            </a:fld>
            <a:endParaRPr lang="en-US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© NGS 2016</a:t>
            </a: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7463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ce réservé pour une image  8"/>
          <p:cNvPicPr>
            <a:picLocks noGrp="1" noChangeAspect="1"/>
          </p:cNvPicPr>
          <p:nvPr>
            <p:ph type="pic" sz="quarter" idx="1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9198" b="29198"/>
          <a:stretch>
            <a:fillRect/>
          </a:stretch>
        </p:blipFill>
        <p:spPr/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r"/>
            <a:r>
              <a:rPr lang="en-US" sz="545" dirty="0"/>
              <a:t>version 1-0.0  (</a:t>
            </a:r>
            <a:r>
              <a:rPr lang="en-US" sz="545" dirty="0" err="1"/>
              <a:t>Valide</a:t>
            </a:r>
            <a:r>
              <a:rPr lang="en-US" sz="545"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09729" y="4416784"/>
            <a:ext cx="2595549" cy="19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680" b="1" i="1" dirty="0"/>
              <a:t>Votre contact pour toute information concernant ce document est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534" y="4602889"/>
            <a:ext cx="2319295" cy="1176809"/>
          </a:xfrm>
          <a:prstGeom prst="rect">
            <a:avLst/>
          </a:prstGeom>
        </p:spPr>
      </p:pic>
      <p:sp>
        <p:nvSpPr>
          <p:cNvPr id="3" name="Titre 2"/>
          <p:cNvSpPr>
            <a:spLocks noGrp="1"/>
          </p:cNvSpPr>
          <p:nvPr>
            <p:ph type="ctrTitle"/>
          </p:nvPr>
        </p:nvSpPr>
        <p:spPr>
          <a:xfrm>
            <a:off x="327901" y="3712692"/>
            <a:ext cx="2268651" cy="315844"/>
          </a:xfrm>
        </p:spPr>
        <p:txBody>
          <a:bodyPr>
            <a:noAutofit/>
          </a:bodyPr>
          <a:lstStyle/>
          <a:p>
            <a:r>
              <a:rPr lang="fr-FR" sz="900" i="1" dirty="0"/>
              <a:t>9, rue des Frères </a:t>
            </a:r>
            <a:r>
              <a:rPr lang="fr-FR" sz="900" i="1" dirty="0" err="1"/>
              <a:t>Bonneff</a:t>
            </a:r>
            <a:r>
              <a:rPr lang="fr-FR" sz="900" i="1" dirty="0"/>
              <a:t>  </a:t>
            </a:r>
            <a:br>
              <a:rPr lang="fr-FR" sz="900" i="1" dirty="0"/>
            </a:br>
            <a:r>
              <a:rPr lang="fr-FR" sz="900" i="1" dirty="0"/>
              <a:t>95870 – BEZONS (France)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1636" y="2841424"/>
            <a:ext cx="1078302" cy="871268"/>
          </a:xfrm>
          <a:prstGeom prst="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Espace réservé du contenu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382" y="2967160"/>
            <a:ext cx="2169284" cy="619796"/>
          </a:xfrm>
          <a:prstGeom prst="rect">
            <a:avLst/>
          </a:prstGeom>
        </p:spPr>
      </p:pic>
      <p:sp>
        <p:nvSpPr>
          <p:cNvPr id="12" name="Titre 2"/>
          <p:cNvSpPr txBox="1">
            <a:spLocks/>
          </p:cNvSpPr>
          <p:nvPr/>
        </p:nvSpPr>
        <p:spPr>
          <a:xfrm>
            <a:off x="6297382" y="3543690"/>
            <a:ext cx="2268651" cy="315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6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900" i="1" dirty="0"/>
              <a:t>Quartier DJIDJOLE – Près Ecole la Sagesse</a:t>
            </a:r>
          </a:p>
          <a:p>
            <a:r>
              <a:rPr lang="fr-FR" sz="900" i="1" dirty="0"/>
              <a:t>22 BP 39 – LOME (TOGO)</a:t>
            </a:r>
          </a:p>
        </p:txBody>
      </p:sp>
    </p:spTree>
    <p:extLst>
      <p:ext uri="{BB962C8B-B14F-4D97-AF65-F5344CB8AC3E}">
        <p14:creationId xmlns:p14="http://schemas.microsoft.com/office/powerpoint/2010/main" xmlns="" val="176927736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2789</TotalTime>
  <Words>58</Words>
  <Application>Microsoft Office PowerPoint</Application>
  <PresentationFormat>Affichage à l'écran (4:3)</PresentationFormat>
  <Paragraphs>15</Paragraphs>
  <Slides>3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1_Thème Office</vt:lpstr>
      <vt:lpstr>Next Generation  Services</vt:lpstr>
      <vt:lpstr>Qui sommes-nous?</vt:lpstr>
      <vt:lpstr>9, rue des Frères Bonneff   95870 – BEZONS (France)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Nos offres : stratégie IT alignée sur les enjeux Notre connaissance de vos enjeux pour vous aider à déployer une stratégie adaptée</dc:title>
  <dc:creator>Sofiane</dc:creator>
  <cp:lastModifiedBy>AdminPoste</cp:lastModifiedBy>
  <cp:revision>114</cp:revision>
  <cp:lastPrinted>2017-01-27T22:53:03Z</cp:lastPrinted>
  <dcterms:created xsi:type="dcterms:W3CDTF">2016-03-09T13:18:58Z</dcterms:created>
  <dcterms:modified xsi:type="dcterms:W3CDTF">2017-07-24T09:32:24Z</dcterms:modified>
</cp:coreProperties>
</file>